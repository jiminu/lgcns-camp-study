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7"/>
    <p:restoredTop sz="94720"/>
  </p:normalViewPr>
  <p:slideViewPr>
    <p:cSldViewPr snapToGrid="0">
      <p:cViewPr varScale="1">
        <p:scale>
          <a:sx n="116" d="100"/>
          <a:sy n="116" d="100"/>
        </p:scale>
        <p:origin x="22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F138-B224-CCA5-AF7F-3E9AEB9D3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03A74-2747-B1DE-42BD-60B3953FB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F099B-76AA-F6AD-0F2C-BDA7E0B7E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19E5-BB50-03C2-5078-5F738F69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FFF96-90D0-3782-47EB-4CA17316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3057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274D-C0A4-C669-3672-9161F3E2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2572-FC31-D774-9B9B-CE16B0C1E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E283E-0347-1A20-A700-022CBF47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662DD-9288-3565-65A4-F57F1562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4483-3750-16D5-03F5-88B67548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293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F6EA-3F18-1697-AC84-4662B070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D5B9-6711-C111-ACEC-0A20224CE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34C78-4861-0840-40EC-306C3388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259D-061F-2590-F432-B073D09D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B4AC3-7DED-835C-4E1D-B3CBC839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1480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5DF1-DE58-04CF-084A-8715D23D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D06A-6D76-0BF5-6A05-08330C012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01AB6-DA24-8BB8-E052-2FA5F2651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40718-C22C-F345-B764-2A9729D8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FB5D9-536A-73E0-5CE9-2D8B475F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935A1-ECEB-CF7E-9A8B-9070CCD0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055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E1C5-D81B-F318-32B6-8BFE8C384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68630-8A44-57C3-A8E3-667A94E93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D2517-5C9B-F736-3612-34F37611C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72B0F-6BD1-FD4A-CC19-41FBC8B38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73733E-090D-7D22-31EA-BCB0226A7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A5BB1-BFD2-A551-686C-78DFD646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C3B9B7-C661-4602-BAAA-3A0EA047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0FA65-4B42-9CAA-43F4-7D205D17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0824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F911-FC6B-EA4A-0E19-40FBBD51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65CC-D255-DE99-A0F0-4DFB1828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4CAC0-03CE-99A2-46C8-1E1F5963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DE69E-C19C-1F82-E4C3-E801181E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845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3F568-F7F1-5752-4F6C-E4819B46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0268D-EE79-DAC6-6F8D-224C20CC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F6E18-DBCF-CDDC-5D85-C749CB99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0335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F44E-9F15-D255-2E73-515AC3C2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A09A-1767-9C4E-30F6-6D147DD4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18EE3-7E00-1949-CB3F-43972015E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C8E9C-15A9-DD1C-D77B-2418DFBC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8C5A2-0AF2-713D-7D8F-B29E49AF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48627-7338-216B-A84F-A4ABDB49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3900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E930-7846-32C4-C86D-4BC3E3DF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9D7A7-C3D7-9850-D697-6E9A82FB8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C4566-7AC1-5962-52EF-15B1CCC5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1CC0-B9C4-D759-C9E5-5283648C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ECA1E-5811-E25F-B03C-D171FABC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EFB70-56AC-C1AF-7450-DAEA4F8A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4842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7659-C40F-0021-CD42-4975544A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68B2C-AF5A-B430-4673-962CBFB6E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9D7B4-1595-6529-C45E-F4CAF974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FFA1-61C4-22E3-651B-D40C0ADA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670F3-C4A5-965A-6298-A952D56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454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AA10-2165-F57E-78B7-3F970CABB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79C2F-1B19-599B-9C8C-3E0AF8DBB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9B51-801E-D621-06E9-A730657F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2013-E8B2-5523-969E-3EF1B8DF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409E4-F7FC-4514-8681-93D66EFB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347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05E45-8C41-ED6E-1EAB-F07AB26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4EA4F-A226-5850-3360-96B15CF5F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1ACD1-1800-2BFD-6D6E-7BFB7908C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09347-78D3-4649-8F20-1D148BBE7DB5}" type="datetimeFigureOut">
              <a:rPr lang="en-KR" smtClean="0"/>
              <a:t>10/27/25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F03D5-C6CC-9012-5388-904FE97B2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C620-5B5E-5037-7590-D37FE7471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6A0EA-CF72-9F49-8F21-EF08FB070FC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8795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AB5BD6-1573-ABFC-E746-B1A4305345C0}"/>
              </a:ext>
            </a:extLst>
          </p:cNvPr>
          <p:cNvSpPr txBox="1"/>
          <p:nvPr/>
        </p:nvSpPr>
        <p:spPr>
          <a:xfrm>
            <a:off x="448221" y="157653"/>
            <a:ext cx="6909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4400" dirty="0"/>
              <a:t>ERD(</a:t>
            </a:r>
            <a:r>
              <a:rPr lang="en-US" sz="4400" dirty="0" err="1"/>
              <a:t>DataBase</a:t>
            </a:r>
            <a:r>
              <a:rPr lang="en-US" sz="4400" dirty="0"/>
              <a:t> Structure)</a:t>
            </a:r>
            <a:endParaRPr lang="en-KR" sz="4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8FE3F-ED36-774F-DF32-3AE0A254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62"/>
          <a:stretch>
            <a:fillRect/>
          </a:stretch>
        </p:blipFill>
        <p:spPr>
          <a:xfrm>
            <a:off x="2310493" y="927094"/>
            <a:ext cx="6909019" cy="561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1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18F76F-E658-8F20-4845-984E03E29B1E}"/>
              </a:ext>
            </a:extLst>
          </p:cNvPr>
          <p:cNvSpPr txBox="1"/>
          <p:nvPr/>
        </p:nvSpPr>
        <p:spPr>
          <a:xfrm>
            <a:off x="479752" y="157654"/>
            <a:ext cx="3913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4400" dirty="0"/>
              <a:t>ERD description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DB84DD-2C4F-1C3A-91DA-A468B817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717" y="926710"/>
            <a:ext cx="7257514" cy="577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7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영호 정</dc:creator>
  <cp:lastModifiedBy>영호 정</cp:lastModifiedBy>
  <cp:revision>4</cp:revision>
  <dcterms:created xsi:type="dcterms:W3CDTF">2025-10-27T07:09:38Z</dcterms:created>
  <dcterms:modified xsi:type="dcterms:W3CDTF">2025-10-27T08:06:46Z</dcterms:modified>
</cp:coreProperties>
</file>